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90" r:id="rId2"/>
    <p:sldId id="291" r:id="rId3"/>
    <p:sldId id="292" r:id="rId4"/>
    <p:sldId id="310" r:id="rId5"/>
    <p:sldId id="293" r:id="rId6"/>
    <p:sldId id="311" r:id="rId7"/>
    <p:sldId id="294" r:id="rId8"/>
    <p:sldId id="295" r:id="rId9"/>
    <p:sldId id="296" r:id="rId10"/>
    <p:sldId id="298" r:id="rId11"/>
    <p:sldId id="299" r:id="rId12"/>
    <p:sldId id="312" r:id="rId13"/>
    <p:sldId id="300" r:id="rId14"/>
    <p:sldId id="301" r:id="rId15"/>
    <p:sldId id="302" r:id="rId16"/>
    <p:sldId id="303" r:id="rId17"/>
    <p:sldId id="304" r:id="rId18"/>
    <p:sldId id="313" r:id="rId19"/>
    <p:sldId id="305" r:id="rId20"/>
    <p:sldId id="306" r:id="rId21"/>
    <p:sldId id="307" r:id="rId22"/>
    <p:sldId id="308" r:id="rId23"/>
    <p:sldId id="30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372665-B22C-45EF-A8B6-F3EC9AF337DE}" v="3" dt="2026-08-04T21:08:09.23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906"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msirsath582@outlook.com" userId="607f31643d24d98d" providerId="LiveId" clId="{6EACD648-A7F0-4A05-862B-9C9AE8ABF200}"/>
    <pc:docChg chg="undo custSel modSld">
      <pc:chgData name="shivamsirsath582@outlook.com" userId="607f31643d24d98d" providerId="LiveId" clId="{6EACD648-A7F0-4A05-862B-9C9AE8ABF200}" dt="2026-08-04T21:14:26.201" v="108" actId="255"/>
      <pc:docMkLst>
        <pc:docMk/>
      </pc:docMkLst>
      <pc:sldChg chg="delSp modSp mod">
        <pc:chgData name="shivamsirsath582@outlook.com" userId="607f31643d24d98d" providerId="LiveId" clId="{6EACD648-A7F0-4A05-862B-9C9AE8ABF200}" dt="2026-08-04T19:18:48.682" v="25" actId="478"/>
        <pc:sldMkLst>
          <pc:docMk/>
          <pc:sldMk cId="952317876" sldId="291"/>
        </pc:sldMkLst>
        <pc:spChg chg="del mod">
          <ac:chgData name="shivamsirsath582@outlook.com" userId="607f31643d24d98d" providerId="LiveId" clId="{6EACD648-A7F0-4A05-862B-9C9AE8ABF200}" dt="2026-08-04T19:18:48.682" v="25" actId="478"/>
          <ac:spMkLst>
            <pc:docMk/>
            <pc:sldMk cId="952317876" sldId="291"/>
            <ac:spMk id="3" creationId="{B0B023FA-CFEB-ACE9-8425-7E72E307CDC5}"/>
          </ac:spMkLst>
        </pc:spChg>
      </pc:sldChg>
      <pc:sldChg chg="modSp mod">
        <pc:chgData name="shivamsirsath582@outlook.com" userId="607f31643d24d98d" providerId="LiveId" clId="{6EACD648-A7F0-4A05-862B-9C9AE8ABF200}" dt="2026-08-04T21:14:26.201" v="108" actId="255"/>
        <pc:sldMkLst>
          <pc:docMk/>
          <pc:sldMk cId="261653373" sldId="292"/>
        </pc:sldMkLst>
        <pc:spChg chg="mod">
          <ac:chgData name="shivamsirsath582@outlook.com" userId="607f31643d24d98d" providerId="LiveId" clId="{6EACD648-A7F0-4A05-862B-9C9AE8ABF200}" dt="2026-08-04T21:14:26.201" v="108" actId="255"/>
          <ac:spMkLst>
            <pc:docMk/>
            <pc:sldMk cId="261653373" sldId="292"/>
            <ac:spMk id="3" creationId="{3847FA31-EA47-D27A-9D69-AF50A3080AEC}"/>
          </ac:spMkLst>
        </pc:spChg>
      </pc:sldChg>
      <pc:sldChg chg="modSp mod">
        <pc:chgData name="shivamsirsath582@outlook.com" userId="607f31643d24d98d" providerId="LiveId" clId="{6EACD648-A7F0-4A05-862B-9C9AE8ABF200}" dt="2026-08-04T21:14:10.440" v="107" actId="255"/>
        <pc:sldMkLst>
          <pc:docMk/>
          <pc:sldMk cId="619459906" sldId="293"/>
        </pc:sldMkLst>
        <pc:spChg chg="mod">
          <ac:chgData name="shivamsirsath582@outlook.com" userId="607f31643d24d98d" providerId="LiveId" clId="{6EACD648-A7F0-4A05-862B-9C9AE8ABF200}" dt="2026-08-04T21:13:52.169" v="105" actId="255"/>
          <ac:spMkLst>
            <pc:docMk/>
            <pc:sldMk cId="619459906" sldId="293"/>
            <ac:spMk id="2" creationId="{4A1BF701-ABCA-4DF0-8330-B6AF71EF8E39}"/>
          </ac:spMkLst>
        </pc:spChg>
        <pc:spChg chg="mod">
          <ac:chgData name="shivamsirsath582@outlook.com" userId="607f31643d24d98d" providerId="LiveId" clId="{6EACD648-A7F0-4A05-862B-9C9AE8ABF200}" dt="2026-08-04T21:14:10.440" v="107" actId="255"/>
          <ac:spMkLst>
            <pc:docMk/>
            <pc:sldMk cId="619459906" sldId="293"/>
            <ac:spMk id="3" creationId="{527F30CC-07EF-8FCC-DA00-C9212F5DAECE}"/>
          </ac:spMkLst>
        </pc:spChg>
      </pc:sldChg>
      <pc:sldChg chg="modSp mod">
        <pc:chgData name="shivamsirsath582@outlook.com" userId="607f31643d24d98d" providerId="LiveId" clId="{6EACD648-A7F0-4A05-862B-9C9AE8ABF200}" dt="2026-08-04T21:12:36.613" v="97" actId="20577"/>
        <pc:sldMkLst>
          <pc:docMk/>
          <pc:sldMk cId="443603904" sldId="294"/>
        </pc:sldMkLst>
        <pc:spChg chg="mod">
          <ac:chgData name="shivamsirsath582@outlook.com" userId="607f31643d24d98d" providerId="LiveId" clId="{6EACD648-A7F0-4A05-862B-9C9AE8ABF200}" dt="2026-08-04T21:12:25.011" v="93" actId="255"/>
          <ac:spMkLst>
            <pc:docMk/>
            <pc:sldMk cId="443603904" sldId="294"/>
            <ac:spMk id="2" creationId="{151FBD4A-3273-E454-091D-D5B0678FC299}"/>
          </ac:spMkLst>
        </pc:spChg>
        <pc:spChg chg="mod">
          <ac:chgData name="shivamsirsath582@outlook.com" userId="607f31643d24d98d" providerId="LiveId" clId="{6EACD648-A7F0-4A05-862B-9C9AE8ABF200}" dt="2026-08-04T21:12:36.613" v="97" actId="20577"/>
          <ac:spMkLst>
            <pc:docMk/>
            <pc:sldMk cId="443603904" sldId="294"/>
            <ac:spMk id="3" creationId="{4A7608B5-9906-EFCF-959A-E89FC2E3EE19}"/>
          </ac:spMkLst>
        </pc:spChg>
      </pc:sldChg>
      <pc:sldChg chg="modSp mod">
        <pc:chgData name="shivamsirsath582@outlook.com" userId="607f31643d24d98d" providerId="LiveId" clId="{6EACD648-A7F0-4A05-862B-9C9AE8ABF200}" dt="2026-08-04T21:12:14.590" v="92" actId="255"/>
        <pc:sldMkLst>
          <pc:docMk/>
          <pc:sldMk cId="3114963633" sldId="295"/>
        </pc:sldMkLst>
        <pc:spChg chg="mod">
          <ac:chgData name="shivamsirsath582@outlook.com" userId="607f31643d24d98d" providerId="LiveId" clId="{6EACD648-A7F0-4A05-862B-9C9AE8ABF200}" dt="2026-08-04T21:12:14.590" v="92" actId="255"/>
          <ac:spMkLst>
            <pc:docMk/>
            <pc:sldMk cId="3114963633" sldId="295"/>
            <ac:spMk id="135" creationId="{2A145802-2DD3-EEBA-7D44-210C05B98C91}"/>
          </ac:spMkLst>
        </pc:spChg>
      </pc:sldChg>
      <pc:sldChg chg="modSp mod">
        <pc:chgData name="shivamsirsath582@outlook.com" userId="607f31643d24d98d" providerId="LiveId" clId="{6EACD648-A7F0-4A05-862B-9C9AE8ABF200}" dt="2026-08-04T21:12:04.465" v="91" actId="255"/>
        <pc:sldMkLst>
          <pc:docMk/>
          <pc:sldMk cId="1316545553" sldId="296"/>
        </pc:sldMkLst>
        <pc:spChg chg="mod">
          <ac:chgData name="shivamsirsath582@outlook.com" userId="607f31643d24d98d" providerId="LiveId" clId="{6EACD648-A7F0-4A05-862B-9C9AE8ABF200}" dt="2026-08-04T21:12:04.465" v="91" actId="255"/>
          <ac:spMkLst>
            <pc:docMk/>
            <pc:sldMk cId="1316545553" sldId="296"/>
            <ac:spMk id="2" creationId="{B64CF172-D2AF-03D8-F919-AA7827A0D969}"/>
          </ac:spMkLst>
        </pc:spChg>
      </pc:sldChg>
      <pc:sldChg chg="modSp mod">
        <pc:chgData name="shivamsirsath582@outlook.com" userId="607f31643d24d98d" providerId="LiveId" clId="{6EACD648-A7F0-4A05-862B-9C9AE8ABF200}" dt="2026-08-04T21:11:52.212" v="89" actId="255"/>
        <pc:sldMkLst>
          <pc:docMk/>
          <pc:sldMk cId="445195169" sldId="298"/>
        </pc:sldMkLst>
        <pc:spChg chg="mod">
          <ac:chgData name="shivamsirsath582@outlook.com" userId="607f31643d24d98d" providerId="LiveId" clId="{6EACD648-A7F0-4A05-862B-9C9AE8ABF200}" dt="2026-08-04T21:11:52.212" v="89" actId="255"/>
          <ac:spMkLst>
            <pc:docMk/>
            <pc:sldMk cId="445195169" sldId="298"/>
            <ac:spMk id="2" creationId="{78578745-3233-E2C4-2AF4-55BA57C68D3F}"/>
          </ac:spMkLst>
        </pc:spChg>
      </pc:sldChg>
      <pc:sldChg chg="modSp mod">
        <pc:chgData name="shivamsirsath582@outlook.com" userId="607f31643d24d98d" providerId="LiveId" clId="{6EACD648-A7F0-4A05-862B-9C9AE8ABF200}" dt="2026-08-04T21:11:31.073" v="76" actId="255"/>
        <pc:sldMkLst>
          <pc:docMk/>
          <pc:sldMk cId="4000696967" sldId="299"/>
        </pc:sldMkLst>
        <pc:spChg chg="mod">
          <ac:chgData name="shivamsirsath582@outlook.com" userId="607f31643d24d98d" providerId="LiveId" clId="{6EACD648-A7F0-4A05-862B-9C9AE8ABF200}" dt="2026-08-04T21:11:31.073" v="76" actId="255"/>
          <ac:spMkLst>
            <pc:docMk/>
            <pc:sldMk cId="4000696967" sldId="299"/>
            <ac:spMk id="2" creationId="{B84A7B44-8B20-5A39-ED43-DA98D0FC7976}"/>
          </ac:spMkLst>
        </pc:spChg>
        <pc:spChg chg="mod">
          <ac:chgData name="shivamsirsath582@outlook.com" userId="607f31643d24d98d" providerId="LiveId" clId="{6EACD648-A7F0-4A05-862B-9C9AE8ABF200}" dt="2026-08-04T21:11:19.160" v="75" actId="20577"/>
          <ac:spMkLst>
            <pc:docMk/>
            <pc:sldMk cId="4000696967" sldId="299"/>
            <ac:spMk id="3" creationId="{322462E8-EB3A-DA7D-44CB-4E757803A755}"/>
          </ac:spMkLst>
        </pc:spChg>
      </pc:sldChg>
      <pc:sldChg chg="modSp mod">
        <pc:chgData name="shivamsirsath582@outlook.com" userId="607f31643d24d98d" providerId="LiveId" clId="{6EACD648-A7F0-4A05-862B-9C9AE8ABF200}" dt="2026-08-04T21:09:56.621" v="58" actId="255"/>
        <pc:sldMkLst>
          <pc:docMk/>
          <pc:sldMk cId="893417001" sldId="300"/>
        </pc:sldMkLst>
        <pc:spChg chg="mod">
          <ac:chgData name="shivamsirsath582@outlook.com" userId="607f31643d24d98d" providerId="LiveId" clId="{6EACD648-A7F0-4A05-862B-9C9AE8ABF200}" dt="2026-08-04T21:09:56.621" v="58" actId="255"/>
          <ac:spMkLst>
            <pc:docMk/>
            <pc:sldMk cId="893417001" sldId="300"/>
            <ac:spMk id="278" creationId="{D62F03A8-A8A8-CB93-006E-7173DC866F6F}"/>
          </ac:spMkLst>
        </pc:spChg>
      </pc:sldChg>
      <pc:sldChg chg="modSp mod">
        <pc:chgData name="shivamsirsath582@outlook.com" userId="607f31643d24d98d" providerId="LiveId" clId="{6EACD648-A7F0-4A05-862B-9C9AE8ABF200}" dt="2026-08-04T21:08:55.478" v="51" actId="255"/>
        <pc:sldMkLst>
          <pc:docMk/>
          <pc:sldMk cId="1429961814" sldId="301"/>
        </pc:sldMkLst>
        <pc:spChg chg="mod">
          <ac:chgData name="shivamsirsath582@outlook.com" userId="607f31643d24d98d" providerId="LiveId" clId="{6EACD648-A7F0-4A05-862B-9C9AE8ABF200}" dt="2026-08-04T21:08:55.478" v="51" actId="255"/>
          <ac:spMkLst>
            <pc:docMk/>
            <pc:sldMk cId="1429961814" sldId="301"/>
            <ac:spMk id="278" creationId="{78DA0257-5105-834D-150D-50732C7248D1}"/>
          </ac:spMkLst>
        </pc:spChg>
        <pc:picChg chg="mod">
          <ac:chgData name="shivamsirsath582@outlook.com" userId="607f31643d24d98d" providerId="LiveId" clId="{6EACD648-A7F0-4A05-862B-9C9AE8ABF200}" dt="2026-08-04T21:08:36.174" v="49" actId="1076"/>
          <ac:picMkLst>
            <pc:docMk/>
            <pc:sldMk cId="1429961814" sldId="301"/>
            <ac:picMk id="5" creationId="{49237330-B08B-2CE4-E804-9AF6CF7C1B7A}"/>
          </ac:picMkLst>
        </pc:picChg>
      </pc:sldChg>
      <pc:sldChg chg="addSp delSp modSp mod">
        <pc:chgData name="shivamsirsath582@outlook.com" userId="607f31643d24d98d" providerId="LiveId" clId="{6EACD648-A7F0-4A05-862B-9C9AE8ABF200}" dt="2026-08-04T21:09:15.954" v="54" actId="255"/>
        <pc:sldMkLst>
          <pc:docMk/>
          <pc:sldMk cId="3585092305" sldId="302"/>
        </pc:sldMkLst>
        <pc:spChg chg="mod">
          <ac:chgData name="shivamsirsath582@outlook.com" userId="607f31643d24d98d" providerId="LiveId" clId="{6EACD648-A7F0-4A05-862B-9C9AE8ABF200}" dt="2026-08-04T21:09:15.954" v="54" actId="255"/>
          <ac:spMkLst>
            <pc:docMk/>
            <pc:sldMk cId="3585092305" sldId="302"/>
            <ac:spMk id="278" creationId="{A5DD5E73-E4F8-AB1C-5A5A-D4EBAD6FD1B8}"/>
          </ac:spMkLst>
        </pc:spChg>
        <pc:picChg chg="add mod">
          <ac:chgData name="shivamsirsath582@outlook.com" userId="607f31643d24d98d" providerId="LiveId" clId="{6EACD648-A7F0-4A05-862B-9C9AE8ABF200}" dt="2026-08-04T21:09:08.785" v="53" actId="1076"/>
          <ac:picMkLst>
            <pc:docMk/>
            <pc:sldMk cId="3585092305" sldId="302"/>
            <ac:picMk id="4" creationId="{2BC53853-B5AD-31DD-9FE9-2D97CAC505D9}"/>
          </ac:picMkLst>
        </pc:picChg>
        <pc:picChg chg="del">
          <ac:chgData name="shivamsirsath582@outlook.com" userId="607f31643d24d98d" providerId="LiveId" clId="{6EACD648-A7F0-4A05-862B-9C9AE8ABF200}" dt="2026-08-04T19:15:46.780" v="0" actId="478"/>
          <ac:picMkLst>
            <pc:docMk/>
            <pc:sldMk cId="3585092305" sldId="302"/>
            <ac:picMk id="5" creationId="{146B9DE6-C4BB-B81B-528A-B8789445C3FE}"/>
          </ac:picMkLst>
        </pc:picChg>
      </pc:sldChg>
      <pc:sldChg chg="addSp delSp modSp mod">
        <pc:chgData name="shivamsirsath582@outlook.com" userId="607f31643d24d98d" providerId="LiveId" clId="{6EACD648-A7F0-4A05-862B-9C9AE8ABF200}" dt="2026-08-04T21:09:36.265" v="57" actId="255"/>
        <pc:sldMkLst>
          <pc:docMk/>
          <pc:sldMk cId="2601907186" sldId="303"/>
        </pc:sldMkLst>
        <pc:spChg chg="mod">
          <ac:chgData name="shivamsirsath582@outlook.com" userId="607f31643d24d98d" providerId="LiveId" clId="{6EACD648-A7F0-4A05-862B-9C9AE8ABF200}" dt="2026-08-04T21:09:36.265" v="57" actId="255"/>
          <ac:spMkLst>
            <pc:docMk/>
            <pc:sldMk cId="2601907186" sldId="303"/>
            <ac:spMk id="278" creationId="{67AD5A0A-54A3-BC96-26BB-9C49B61555EC}"/>
          </ac:spMkLst>
        </pc:spChg>
        <pc:picChg chg="del">
          <ac:chgData name="shivamsirsath582@outlook.com" userId="607f31643d24d98d" providerId="LiveId" clId="{6EACD648-A7F0-4A05-862B-9C9AE8ABF200}" dt="2026-08-04T19:16:10.309" v="4" actId="478"/>
          <ac:picMkLst>
            <pc:docMk/>
            <pc:sldMk cId="2601907186" sldId="303"/>
            <ac:picMk id="4" creationId="{BA6C1B5E-405A-0E58-2397-353A88D82B9B}"/>
          </ac:picMkLst>
        </pc:picChg>
        <pc:picChg chg="add del mod">
          <ac:chgData name="shivamsirsath582@outlook.com" userId="607f31643d24d98d" providerId="LiveId" clId="{6EACD648-A7F0-4A05-862B-9C9AE8ABF200}" dt="2026-08-04T19:16:08.708" v="3" actId="478"/>
          <ac:picMkLst>
            <pc:docMk/>
            <pc:sldMk cId="2601907186" sldId="303"/>
            <ac:picMk id="5" creationId="{49647F4F-EDEE-5860-6A03-77680F7503D4}"/>
          </ac:picMkLst>
        </pc:picChg>
        <pc:picChg chg="add mod">
          <ac:chgData name="shivamsirsath582@outlook.com" userId="607f31643d24d98d" providerId="LiveId" clId="{6EACD648-A7F0-4A05-862B-9C9AE8ABF200}" dt="2026-08-04T21:09:29.151" v="56" actId="1076"/>
          <ac:picMkLst>
            <pc:docMk/>
            <pc:sldMk cId="2601907186" sldId="303"/>
            <ac:picMk id="7" creationId="{2674E0F9-583B-BDB0-1542-5B46A862F58C}"/>
          </ac:picMkLst>
        </pc:picChg>
      </pc:sldChg>
      <pc:sldChg chg="modSp mod">
        <pc:chgData name="shivamsirsath582@outlook.com" userId="607f31643d24d98d" providerId="LiveId" clId="{6EACD648-A7F0-4A05-862B-9C9AE8ABF200}" dt="2026-08-04T21:08:17.867" v="47" actId="255"/>
        <pc:sldMkLst>
          <pc:docMk/>
          <pc:sldMk cId="2325282270" sldId="304"/>
        </pc:sldMkLst>
        <pc:spChg chg="mod">
          <ac:chgData name="shivamsirsath582@outlook.com" userId="607f31643d24d98d" providerId="LiveId" clId="{6EACD648-A7F0-4A05-862B-9C9AE8ABF200}" dt="2026-08-04T21:08:17.867" v="47" actId="255"/>
          <ac:spMkLst>
            <pc:docMk/>
            <pc:sldMk cId="2325282270" sldId="304"/>
            <ac:spMk id="2" creationId="{6FA184BA-BCF2-3D7B-30D0-0F3CF30C161B}"/>
          </ac:spMkLst>
        </pc:spChg>
        <pc:spChg chg="mod">
          <ac:chgData name="shivamsirsath582@outlook.com" userId="607f31643d24d98d" providerId="LiveId" clId="{6EACD648-A7F0-4A05-862B-9C9AE8ABF200}" dt="2026-08-04T21:08:09.231" v="46" actId="20578"/>
          <ac:spMkLst>
            <pc:docMk/>
            <pc:sldMk cId="2325282270" sldId="304"/>
            <ac:spMk id="3" creationId="{ED65F54F-855A-0DB6-09A6-3212C5F7405B}"/>
          </ac:spMkLst>
        </pc:spChg>
      </pc:sldChg>
      <pc:sldChg chg="modSp mod">
        <pc:chgData name="shivamsirsath582@outlook.com" userId="607f31643d24d98d" providerId="LiveId" clId="{6EACD648-A7F0-4A05-862B-9C9AE8ABF200}" dt="2026-08-04T21:07:47.645" v="42" actId="255"/>
        <pc:sldMkLst>
          <pc:docMk/>
          <pc:sldMk cId="4040412275" sldId="305"/>
        </pc:sldMkLst>
        <pc:spChg chg="mod">
          <ac:chgData name="shivamsirsath582@outlook.com" userId="607f31643d24d98d" providerId="LiveId" clId="{6EACD648-A7F0-4A05-862B-9C9AE8ABF200}" dt="2026-08-04T21:07:42.199" v="41" actId="255"/>
          <ac:spMkLst>
            <pc:docMk/>
            <pc:sldMk cId="4040412275" sldId="305"/>
            <ac:spMk id="278" creationId="{187EEB9C-2E84-113A-3CE6-1507BF5B039F}"/>
          </ac:spMkLst>
        </pc:spChg>
        <pc:spChg chg="mod">
          <ac:chgData name="shivamsirsath582@outlook.com" userId="607f31643d24d98d" providerId="LiveId" clId="{6EACD648-A7F0-4A05-862B-9C9AE8ABF200}" dt="2026-08-04T21:07:47.645" v="42" actId="255"/>
          <ac:spMkLst>
            <pc:docMk/>
            <pc:sldMk cId="4040412275" sldId="305"/>
            <ac:spMk id="279" creationId="{3711AF54-94A6-B837-31EF-9A8C4ECB9AF6}"/>
          </ac:spMkLst>
        </pc:spChg>
      </pc:sldChg>
      <pc:sldChg chg="modSp mod">
        <pc:chgData name="shivamsirsath582@outlook.com" userId="607f31643d24d98d" providerId="LiveId" clId="{6EACD648-A7F0-4A05-862B-9C9AE8ABF200}" dt="2026-08-04T21:07:21.878" v="40" actId="14100"/>
        <pc:sldMkLst>
          <pc:docMk/>
          <pc:sldMk cId="740028465" sldId="306"/>
        </pc:sldMkLst>
        <pc:spChg chg="mod">
          <ac:chgData name="shivamsirsath582@outlook.com" userId="607f31643d24d98d" providerId="LiveId" clId="{6EACD648-A7F0-4A05-862B-9C9AE8ABF200}" dt="2026-08-04T21:07:00.068" v="39" actId="255"/>
          <ac:spMkLst>
            <pc:docMk/>
            <pc:sldMk cId="740028465" sldId="306"/>
            <ac:spMk id="278" creationId="{0668C6FD-577A-7288-5642-1AFC22BD04F2}"/>
          </ac:spMkLst>
        </pc:spChg>
        <pc:spChg chg="mod">
          <ac:chgData name="shivamsirsath582@outlook.com" userId="607f31643d24d98d" providerId="LiveId" clId="{6EACD648-A7F0-4A05-862B-9C9AE8ABF200}" dt="2026-08-04T21:07:21.878" v="40" actId="14100"/>
          <ac:spMkLst>
            <pc:docMk/>
            <pc:sldMk cId="740028465" sldId="306"/>
            <ac:spMk id="279" creationId="{EAFA16CB-0A72-5AC5-69A0-ABF4A752B43F}"/>
          </ac:spMkLst>
        </pc:spChg>
      </pc:sldChg>
      <pc:sldChg chg="modSp mod">
        <pc:chgData name="shivamsirsath582@outlook.com" userId="607f31643d24d98d" providerId="LiveId" clId="{6EACD648-A7F0-4A05-862B-9C9AE8ABF200}" dt="2026-08-04T21:06:52.159" v="38" actId="255"/>
        <pc:sldMkLst>
          <pc:docMk/>
          <pc:sldMk cId="2833482715" sldId="307"/>
        </pc:sldMkLst>
        <pc:spChg chg="mod">
          <ac:chgData name="shivamsirsath582@outlook.com" userId="607f31643d24d98d" providerId="LiveId" clId="{6EACD648-A7F0-4A05-862B-9C9AE8ABF200}" dt="2026-08-04T21:06:52.159" v="38" actId="255"/>
          <ac:spMkLst>
            <pc:docMk/>
            <pc:sldMk cId="2833482715" sldId="307"/>
            <ac:spMk id="6" creationId="{3F1C7BCA-5DD7-F4D3-A937-D1C56976DA01}"/>
          </ac:spMkLst>
        </pc:spChg>
      </pc:sldChg>
      <pc:sldChg chg="modSp mod">
        <pc:chgData name="shivamsirsath582@outlook.com" userId="607f31643d24d98d" providerId="LiveId" clId="{6EACD648-A7F0-4A05-862B-9C9AE8ABF200}" dt="2026-08-04T21:06:38.718" v="36" actId="2711"/>
        <pc:sldMkLst>
          <pc:docMk/>
          <pc:sldMk cId="4175177701" sldId="308"/>
        </pc:sldMkLst>
        <pc:spChg chg="mod">
          <ac:chgData name="shivamsirsath582@outlook.com" userId="607f31643d24d98d" providerId="LiveId" clId="{6EACD648-A7F0-4A05-862B-9C9AE8ABF200}" dt="2026-08-04T21:06:38.718" v="36" actId="2711"/>
          <ac:spMkLst>
            <pc:docMk/>
            <pc:sldMk cId="4175177701" sldId="308"/>
            <ac:spMk id="5" creationId="{CA8544A9-CF92-3FAF-D3EE-31DF90F7A64D}"/>
          </ac:spMkLst>
        </pc:spChg>
      </pc:sldChg>
      <pc:sldChg chg="modSp mod">
        <pc:chgData name="shivamsirsath582@outlook.com" userId="607f31643d24d98d" providerId="LiveId" clId="{6EACD648-A7F0-4A05-862B-9C9AE8ABF200}" dt="2026-08-04T21:13:56.145" v="106" actId="14100"/>
        <pc:sldMkLst>
          <pc:docMk/>
          <pc:sldMk cId="3696835613" sldId="311"/>
        </pc:sldMkLst>
        <pc:spChg chg="mod">
          <ac:chgData name="shivamsirsath582@outlook.com" userId="607f31643d24d98d" providerId="LiveId" clId="{6EACD648-A7F0-4A05-862B-9C9AE8ABF200}" dt="2026-08-04T21:13:56.145" v="106" actId="14100"/>
          <ac:spMkLst>
            <pc:docMk/>
            <pc:sldMk cId="3696835613" sldId="311"/>
            <ac:spMk id="3" creationId="{2730BAE3-7E45-5E7B-D855-309557B35901}"/>
          </ac:spMkLst>
        </pc:spChg>
      </pc:sldChg>
      <pc:sldChg chg="modSp mod">
        <pc:chgData name="shivamsirsath582@outlook.com" userId="607f31643d24d98d" providerId="LiveId" clId="{6EACD648-A7F0-4A05-862B-9C9AE8ABF200}" dt="2026-08-04T21:10:49.215" v="73" actId="114"/>
        <pc:sldMkLst>
          <pc:docMk/>
          <pc:sldMk cId="2939666458" sldId="312"/>
        </pc:sldMkLst>
        <pc:spChg chg="mod">
          <ac:chgData name="shivamsirsath582@outlook.com" userId="607f31643d24d98d" providerId="LiveId" clId="{6EACD648-A7F0-4A05-862B-9C9AE8ABF200}" dt="2026-08-04T21:10:49.215" v="73" actId="114"/>
          <ac:spMkLst>
            <pc:docMk/>
            <pc:sldMk cId="2939666458" sldId="312"/>
            <ac:spMk id="3" creationId="{4BB7C667-C3D6-2C2F-8F48-C0296FF0B9FF}"/>
          </ac:spMkLst>
        </pc:spChg>
      </pc:sldChg>
      <pc:sldChg chg="modSp mod">
        <pc:chgData name="shivamsirsath582@outlook.com" userId="607f31643d24d98d" providerId="LiveId" clId="{6EACD648-A7F0-4A05-862B-9C9AE8ABF200}" dt="2026-08-04T21:07:58.425" v="44" actId="2711"/>
        <pc:sldMkLst>
          <pc:docMk/>
          <pc:sldMk cId="3454587881" sldId="313"/>
        </pc:sldMkLst>
        <pc:spChg chg="mod">
          <ac:chgData name="shivamsirsath582@outlook.com" userId="607f31643d24d98d" providerId="LiveId" clId="{6EACD648-A7F0-4A05-862B-9C9AE8ABF200}" dt="2026-08-04T21:07:58.425" v="44" actId="2711"/>
          <ac:spMkLst>
            <pc:docMk/>
            <pc:sldMk cId="3454587881" sldId="313"/>
            <ac:spMk id="3" creationId="{32C85A2C-81C6-6F24-0C8D-7BC3C9EFC4C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42673871"/>
              </p:ext>
            </p:extLst>
          </p:nvPr>
        </p:nvGraphicFramePr>
        <p:xfrm>
          <a:off x="1299257" y="2600315"/>
          <a:ext cx="9037022" cy="2167128"/>
        </p:xfrm>
        <a:graphic>
          <a:graphicData uri="http://schemas.openxmlformats.org/drawingml/2006/table">
            <a:tbl>
              <a:tblPr>
                <a:noFill/>
                <a:tableStyleId>{0AAD8F4D-43EB-41E5-8A38-28AB6DFB1B60}</a:tableStyleId>
              </a:tblPr>
              <a:tblGrid>
                <a:gridCol w="1706900">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Shreni Mahadik</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shreni.mahadik25@mmit.edu.in</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9130192172</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a:t>
            </a:r>
            <a:r>
              <a:rPr lang="en-US" sz="2800" b="1" dirty="0">
                <a:highlight>
                  <a:srgbClr val="FFFF00"/>
                </a:highlight>
              </a:rPr>
              <a:t>Healthcare</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954107"/>
          </a:xfrm>
          <a:prstGeom prst="rect">
            <a:avLst/>
          </a:prstGeom>
          <a:noFill/>
        </p:spPr>
        <p:txBody>
          <a:bodyPr wrap="square" rtlCol="0">
            <a:spAutoFit/>
          </a:bodyPr>
          <a:lstStyle/>
          <a:p>
            <a:r>
              <a:rPr lang="en-US" sz="2800" b="1" dirty="0"/>
              <a:t>Project Tile :–  Agentic AI for Mental Health Awareness &amp; Suicide Prevention </a:t>
            </a:r>
            <a:endParaRPr lang="en-IN" sz="2800" b="1" dirty="0">
              <a:highlight>
                <a:srgbClr val="FFFF00"/>
              </a:highlight>
            </a:endParaRPr>
          </a:p>
        </p:txBody>
      </p:sp>
      <p:pic>
        <p:nvPicPr>
          <p:cNvPr id="5" name="Picture 4">
            <a:extLst>
              <a:ext uri="{FF2B5EF4-FFF2-40B4-BE49-F238E27FC236}">
                <a16:creationId xmlns:a16="http://schemas.microsoft.com/office/drawing/2014/main" id="{7D71200E-6D32-1634-606A-1A6C283D6153}"/>
              </a:ext>
            </a:extLst>
          </p:cNvPr>
          <p:cNvPicPr>
            <a:picLocks noChangeAspect="1"/>
          </p:cNvPicPr>
          <p:nvPr/>
        </p:nvPicPr>
        <p:blipFill>
          <a:blip r:embed="rId3"/>
          <a:stretch>
            <a:fillRect/>
          </a:stretch>
        </p:blipFill>
        <p:spPr>
          <a:xfrm>
            <a:off x="3941064" y="3547559"/>
            <a:ext cx="1269073" cy="1219884"/>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32311"/>
          </a:xfrm>
          <a:prstGeom prst="rect">
            <a:avLst/>
          </a:prstGeom>
          <a:noFill/>
        </p:spPr>
        <p:txBody>
          <a:bodyPr wrap="square" rtlCol="0">
            <a:spAutoFit/>
          </a:bodyPr>
          <a:lstStyle/>
          <a:p>
            <a:pPr fontAlgn="base"/>
            <a:r>
              <a:rPr lang="en-US" sz="2000" b="1" dirty="0"/>
              <a:t>Problem Statement : Agentic AI for Mental Health Awareness &amp; Suicide Prevention </a:t>
            </a:r>
          </a:p>
          <a:p>
            <a:pPr fontAlgn="base"/>
            <a:endParaRPr lang="en-US" sz="2000" b="1" dirty="0"/>
          </a:p>
          <a:p>
            <a:pPr fontAlgn="base"/>
            <a:r>
              <a:rPr lang="en-US" sz="2000" b="1" dirty="0"/>
              <a:t>The Challenge</a:t>
            </a:r>
            <a:r>
              <a:rPr lang="en-US" sz="2000" dirty="0"/>
              <a:t> </a:t>
            </a:r>
          </a:p>
          <a:p>
            <a:pPr fontAlgn="base"/>
            <a:r>
              <a:rPr lang="en-US" sz="2000"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 </a:t>
            </a:r>
          </a:p>
          <a:p>
            <a:pPr fontAlgn="base"/>
            <a:endParaRPr lang="en-US" sz="2000" b="1" dirty="0"/>
          </a:p>
          <a:p>
            <a:pPr fontAlgn="base"/>
            <a:r>
              <a:rPr lang="en-IN" sz="2000" b="1" dirty="0"/>
              <a:t>The Objective </a:t>
            </a:r>
          </a:p>
          <a:p>
            <a:pPr fontAlgn="base"/>
            <a:r>
              <a:rPr lang="en-US" sz="2000" dirty="0"/>
              <a:t>Build an Agentic AI-powered Mental Health Awareness &amp; Suicide Prevention Agent that is empathetic, proactive, and safe. The solution should:</a:t>
            </a:r>
          </a:p>
          <a:p>
            <a:pPr fontAlgn="base"/>
            <a:r>
              <a:rPr lang="en-US" sz="2000" b="1" dirty="0"/>
              <a:t>1. Promote Awareness &amp; Education </a:t>
            </a:r>
            <a:r>
              <a:rPr lang="en-US" sz="2000" dirty="0"/>
              <a:t>– Share accessible resources on mindfulness, coping strategies, and self-care. </a:t>
            </a:r>
          </a:p>
          <a:p>
            <a:pPr fontAlgn="base"/>
            <a:r>
              <a:rPr lang="en-US" sz="2000" b="1" dirty="0"/>
              <a:t>2. Enable Early Detection (RAG)</a:t>
            </a:r>
            <a:r>
              <a:rPr lang="en-US" sz="2000" dirty="0"/>
              <a:t> – Use Retrieval-Augmented Generation to identify distress signals in conversations, journaling inputs, or safe online data</a:t>
            </a:r>
            <a:r>
              <a:rPr lang="en-US" sz="2000" b="1" dirty="0"/>
              <a:t>. </a:t>
            </a:r>
          </a:p>
          <a:p>
            <a:pPr fontAlgn="base"/>
            <a:r>
              <a:rPr lang="en-US" sz="2000" b="1" dirty="0"/>
              <a:t>3. Provide Empathetic Support </a:t>
            </a:r>
            <a:r>
              <a:rPr lang="en-US" sz="2000" dirty="0"/>
              <a:t>– Build a conversational agent that listens actively and responds with empathy (with clear disclaimers: not a substitute for professional medical advice).</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0BFE1-0F4D-0FEB-152A-6B2C634D4D0C}"/>
              </a:ext>
            </a:extLst>
          </p:cNvPr>
          <p:cNvSpPr>
            <a:spLocks noGrp="1"/>
          </p:cNvSpPr>
          <p:nvPr>
            <p:ph type="title"/>
          </p:nvPr>
        </p:nvSpPr>
        <p:spPr>
          <a:xfrm>
            <a:off x="1102360" y="7299960"/>
            <a:ext cx="10515600" cy="1325563"/>
          </a:xfrm>
        </p:spPr>
        <p:txBody>
          <a:bodyPr/>
          <a:lstStyle/>
          <a:p>
            <a:endParaRPr lang="en-IN"/>
          </a:p>
        </p:txBody>
      </p:sp>
      <p:sp>
        <p:nvSpPr>
          <p:cNvPr id="3" name="Text Placeholder 2">
            <a:extLst>
              <a:ext uri="{FF2B5EF4-FFF2-40B4-BE49-F238E27FC236}">
                <a16:creationId xmlns:a16="http://schemas.microsoft.com/office/drawing/2014/main" id="{A0269AD3-E880-896C-5BF1-64E78320C94B}"/>
              </a:ext>
            </a:extLst>
          </p:cNvPr>
          <p:cNvSpPr>
            <a:spLocks noGrp="1"/>
          </p:cNvSpPr>
          <p:nvPr>
            <p:ph type="body" idx="1"/>
          </p:nvPr>
        </p:nvSpPr>
        <p:spPr>
          <a:xfrm>
            <a:off x="838200" y="140970"/>
            <a:ext cx="10515600" cy="4351338"/>
          </a:xfrm>
        </p:spPr>
        <p:txBody>
          <a:bodyPr/>
          <a:lstStyle/>
          <a:p>
            <a:pPr marL="114300" indent="0" fontAlgn="base">
              <a:buNone/>
            </a:pPr>
            <a:r>
              <a:rPr lang="en-US" sz="2000" b="1" dirty="0"/>
              <a:t>4. Predict &amp; Prevent Risks</a:t>
            </a:r>
            <a:r>
              <a:rPr lang="en-US" sz="2000" dirty="0"/>
              <a:t> – Forecast stress peaks, suggest preventive strategies, and issue alerts when high-risk signals are detected (with consent). </a:t>
            </a:r>
          </a:p>
          <a:p>
            <a:pPr marL="114300" indent="0" fontAlgn="base">
              <a:buNone/>
            </a:pPr>
            <a:r>
              <a:rPr lang="en-US" sz="2000" b="1" dirty="0"/>
              <a:t>5. Connect to Human Support</a:t>
            </a:r>
            <a:r>
              <a:rPr lang="en-US" sz="2000" dirty="0"/>
              <a:t> – Link users to helplines, counselors, or community support for timely intervention. </a:t>
            </a:r>
          </a:p>
          <a:p>
            <a:pPr fontAlgn="base"/>
            <a:endParaRPr lang="en-US" sz="2000" dirty="0"/>
          </a:p>
          <a:p>
            <a:pPr marL="114300" indent="0" fontAlgn="base">
              <a:buNone/>
            </a:pPr>
            <a:r>
              <a:rPr lang="en-US" sz="2000" b="1" dirty="0"/>
              <a:t>Tech Stack (Mandatory) </a:t>
            </a:r>
          </a:p>
          <a:p>
            <a:pPr marL="114300" indent="0" fontAlgn="base">
              <a:buNone/>
            </a:pPr>
            <a:r>
              <a:rPr lang="en-IN" sz="2000" dirty="0"/>
              <a:t>• IBM </a:t>
            </a:r>
            <a:r>
              <a:rPr lang="en-IN" sz="2000" dirty="0" err="1"/>
              <a:t>Langflow</a:t>
            </a:r>
            <a:r>
              <a:rPr lang="en-IN" sz="2000" dirty="0"/>
              <a:t> / IBM Orchestrate + IBM Models</a:t>
            </a:r>
          </a:p>
          <a:p>
            <a:endParaRPr lang="en-IN" dirty="0"/>
          </a:p>
        </p:txBody>
      </p:sp>
    </p:spTree>
    <p:extLst>
      <p:ext uri="{BB962C8B-B14F-4D97-AF65-F5344CB8AC3E}">
        <p14:creationId xmlns:p14="http://schemas.microsoft.com/office/powerpoint/2010/main" val="3893371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539978"/>
          </a:xfrm>
          <a:prstGeom prst="rect">
            <a:avLst/>
          </a:prstGeom>
          <a:noFill/>
        </p:spPr>
        <p:txBody>
          <a:bodyPr wrap="square" rtlCol="0">
            <a:spAutoFit/>
          </a:bodyPr>
          <a:lstStyle/>
          <a:p>
            <a:pPr fontAlgn="base"/>
            <a:endParaRPr lang="en-US" b="1" dirty="0"/>
          </a:p>
          <a:p>
            <a:r>
              <a:rPr lang="en-IN" sz="2000" b="1" dirty="0"/>
              <a:t>Proposed Solution: Agentic AI for Mental Health Awareness &amp; Suicide Prevention</a:t>
            </a:r>
          </a:p>
          <a:p>
            <a:r>
              <a:rPr lang="en-IN" sz="2000" dirty="0"/>
              <a:t>The proposed solution is an </a:t>
            </a:r>
            <a:r>
              <a:rPr lang="en-IN" sz="2000" b="1" dirty="0"/>
              <a:t>Agentic AI-powered Mental Health Awareness &amp; Suicide Prevention Agent</a:t>
            </a:r>
            <a:r>
              <a:rPr lang="en-IN" sz="2000" dirty="0"/>
              <a:t> built using </a:t>
            </a:r>
            <a:r>
              <a:rPr lang="en-IN" sz="2000" b="1" dirty="0"/>
              <a:t>IBM </a:t>
            </a:r>
            <a:r>
              <a:rPr lang="en-IN" sz="2000" b="1" dirty="0" err="1"/>
              <a:t>Langflow</a:t>
            </a:r>
            <a:r>
              <a:rPr lang="en-IN" sz="2000" b="1" dirty="0"/>
              <a:t>/IBM Orchestrate</a:t>
            </a:r>
            <a:r>
              <a:rPr lang="en-IN" sz="2000" dirty="0"/>
              <a:t> and </a:t>
            </a:r>
            <a:r>
              <a:rPr lang="en-IN" sz="2000" b="1" dirty="0"/>
              <a:t>IBM Models</a:t>
            </a:r>
            <a:r>
              <a:rPr lang="en-IN" sz="2000" dirty="0"/>
              <a:t>. The solution promotes mental health awareness, enables early detection of distress, provides empathetic support, predicts potential risks, and connects users with professional help when needed.</a:t>
            </a:r>
          </a:p>
          <a:p>
            <a:r>
              <a:rPr lang="en-IN" sz="2000" dirty="0"/>
              <a:t>The system leverages a </a:t>
            </a:r>
            <a:r>
              <a:rPr lang="en-IN" sz="2000" b="1" dirty="0"/>
              <a:t>Retrieval-Augmented Generation (RAG)</a:t>
            </a:r>
            <a:r>
              <a:rPr lang="en-IN" sz="2000" dirty="0"/>
              <a:t> pipeline to retrieve trusted information from verified mental health resources such as </a:t>
            </a:r>
            <a:r>
              <a:rPr lang="en-IN" sz="2000" b="1" dirty="0"/>
              <a:t>WHO</a:t>
            </a:r>
            <a:r>
              <a:rPr lang="en-IN" sz="2000" dirty="0"/>
              <a:t>, </a:t>
            </a:r>
            <a:r>
              <a:rPr lang="en-IN" sz="2000" b="1" dirty="0"/>
              <a:t>NIMH</a:t>
            </a:r>
            <a:r>
              <a:rPr lang="en-IN" sz="2000" dirty="0"/>
              <a:t>, and </a:t>
            </a:r>
            <a:r>
              <a:rPr lang="en-IN" sz="2000" dirty="0" err="1"/>
              <a:t>counseling</a:t>
            </a:r>
            <a:r>
              <a:rPr lang="en-IN" sz="2000" dirty="0"/>
              <a:t> guidelines. The knowledge is stored in a vector database, allowing the AI to provide accurate, context-aware, and reliable responses.</a:t>
            </a:r>
          </a:p>
          <a:p>
            <a:r>
              <a:rPr lang="en-IN" sz="2000" dirty="0"/>
              <a:t>The solution consists of five AI agents:</a:t>
            </a:r>
          </a:p>
          <a:p>
            <a:pPr lvl="0"/>
            <a:r>
              <a:rPr lang="en-IN" sz="2000" b="1" dirty="0"/>
              <a:t>Awareness &amp; Education Agent:</a:t>
            </a:r>
            <a:r>
              <a:rPr lang="en-IN" sz="2000" dirty="0"/>
              <a:t> Shares resources on mindfulness, stress management, coping strategies, and self-care practices.</a:t>
            </a:r>
          </a:p>
          <a:p>
            <a:pPr lvl="0"/>
            <a:r>
              <a:rPr lang="en-IN" sz="2000" b="1" dirty="0"/>
              <a:t>Early Detection Agent (RAG):</a:t>
            </a:r>
            <a:r>
              <a:rPr lang="en-IN" sz="2000" dirty="0"/>
              <a:t> </a:t>
            </a:r>
            <a:r>
              <a:rPr lang="en-IN" sz="2000" dirty="0" err="1"/>
              <a:t>Analyzes</a:t>
            </a:r>
            <a:r>
              <a:rPr lang="en-IN" sz="2000" dirty="0"/>
              <a:t> conversations, journaling inputs, and mood patterns to identify early signs of stress, anxiety, depression, or emotional distress.</a:t>
            </a:r>
          </a:p>
          <a:p>
            <a:pPr lvl="0"/>
            <a:r>
              <a:rPr lang="en-IN" sz="2000" b="1" dirty="0"/>
              <a:t>Empathetic Support Agent:</a:t>
            </a:r>
            <a:r>
              <a:rPr lang="en-IN" sz="2000" dirty="0"/>
              <a:t> Provides compassionate conversations, active listening, and evidence-based wellness suggestions, while clearly stating that it is </a:t>
            </a:r>
            <a:r>
              <a:rPr lang="en-IN" sz="2000" b="1" dirty="0"/>
              <a:t>not a substitute for</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619459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30BAE3-7E45-5E7B-D855-309557B35901}"/>
              </a:ext>
            </a:extLst>
          </p:cNvPr>
          <p:cNvSpPr>
            <a:spLocks noGrp="1"/>
          </p:cNvSpPr>
          <p:nvPr>
            <p:ph type="body" idx="1"/>
          </p:nvPr>
        </p:nvSpPr>
        <p:spPr>
          <a:xfrm>
            <a:off x="838200" y="365125"/>
            <a:ext cx="10515600" cy="4349115"/>
          </a:xfrm>
        </p:spPr>
        <p:txBody>
          <a:bodyPr>
            <a:noAutofit/>
          </a:bodyPr>
          <a:lstStyle/>
          <a:p>
            <a:pPr marL="114300" lvl="0" indent="0">
              <a:buNone/>
            </a:pPr>
            <a:r>
              <a:rPr lang="en-IN" sz="2000" b="1" dirty="0"/>
              <a:t>Empathetic Support Agent:</a:t>
            </a:r>
            <a:r>
              <a:rPr lang="en-IN" sz="2000" dirty="0"/>
              <a:t> Provides compassionate conversations, active listening, and evidence-based wellness suggestions, while clearly stating that it is </a:t>
            </a:r>
            <a:r>
              <a:rPr lang="en-IN" sz="2000" b="1" dirty="0"/>
              <a:t>not a substitute for professional medical advice</a:t>
            </a:r>
            <a:r>
              <a:rPr lang="en-IN" sz="2000" dirty="0"/>
              <a:t>.</a:t>
            </a:r>
          </a:p>
          <a:p>
            <a:pPr marL="114300" lvl="0" indent="0">
              <a:buNone/>
            </a:pPr>
            <a:r>
              <a:rPr lang="en-IN" sz="2000" b="1" dirty="0"/>
              <a:t>Risk Prediction &amp; Prevention Agent:</a:t>
            </a:r>
            <a:r>
              <a:rPr lang="en-IN" sz="2000" dirty="0"/>
              <a:t> Forecasts stress peaks, recommends preventive actions, and issues alerts when high-risk signals are detected, with user consent.</a:t>
            </a:r>
          </a:p>
          <a:p>
            <a:pPr marL="114300" lvl="0" indent="0">
              <a:buNone/>
            </a:pPr>
            <a:r>
              <a:rPr lang="en-IN" sz="2000" b="1" dirty="0"/>
              <a:t>Human Support Agent:</a:t>
            </a:r>
            <a:r>
              <a:rPr lang="en-IN" sz="2000" dirty="0"/>
              <a:t> Connects users to helplines, </a:t>
            </a:r>
            <a:r>
              <a:rPr lang="en-IN" sz="2000" dirty="0" err="1"/>
              <a:t>counselors</a:t>
            </a:r>
            <a:r>
              <a:rPr lang="en-IN" sz="2000" dirty="0"/>
              <a:t>, trusted contacts, or community support for timely intervention during critical situations.</a:t>
            </a:r>
          </a:p>
          <a:p>
            <a:pPr marL="114300" indent="0">
              <a:buNone/>
            </a:pPr>
            <a:r>
              <a:rPr lang="en-IN" sz="2000" dirty="0"/>
              <a:t>A user-friendly dashboard built with </a:t>
            </a:r>
            <a:r>
              <a:rPr lang="en-IN" sz="2000" b="1" dirty="0"/>
              <a:t>React</a:t>
            </a:r>
            <a:r>
              <a:rPr lang="en-IN" sz="2000" dirty="0"/>
              <a:t> or </a:t>
            </a:r>
            <a:r>
              <a:rPr lang="en-IN" sz="2000" b="1" dirty="0" err="1"/>
              <a:t>Streamlit</a:t>
            </a:r>
            <a:r>
              <a:rPr lang="en-IN" sz="2000" dirty="0"/>
              <a:t> visualizes mood trends, wellness scores, journaling history, and personalized recommendations.</a:t>
            </a:r>
          </a:p>
          <a:p>
            <a:pPr marL="114300" indent="0">
              <a:buNone/>
            </a:pPr>
            <a:r>
              <a:rPr lang="en-IN" sz="2000" b="1" dirty="0"/>
              <a:t>IBM </a:t>
            </a:r>
            <a:r>
              <a:rPr lang="en-IN" sz="2000" b="1" dirty="0" err="1"/>
              <a:t>Langflow</a:t>
            </a:r>
            <a:r>
              <a:rPr lang="en-IN" sz="2000" b="1" dirty="0"/>
              <a:t>/IBM Orchestrate</a:t>
            </a:r>
            <a:r>
              <a:rPr lang="en-IN" sz="2000" dirty="0"/>
              <a:t> manages the workflow between AI agents, while </a:t>
            </a:r>
            <a:r>
              <a:rPr lang="en-IN" sz="2000" b="1" dirty="0"/>
              <a:t>IBM Models</a:t>
            </a:r>
            <a:r>
              <a:rPr lang="en-IN" sz="2000" dirty="0"/>
              <a:t> power reasoning, sentiment analysis, summarization, and personalized responses. The platform also incorporates responsible AI practices, user privacy, consent management, and AI governance to ensure safe and trustworthy interactions.</a:t>
            </a:r>
          </a:p>
          <a:p>
            <a:pPr marL="114300" indent="0">
              <a:buNone/>
            </a:pPr>
            <a:r>
              <a:rPr lang="en-IN" sz="2000" dirty="0"/>
              <a:t>Overall, the solution delivers an intelligent, empathetic, and proactive mental health assistant that combines </a:t>
            </a:r>
            <a:r>
              <a:rPr lang="en-IN" sz="2000" b="1" dirty="0"/>
              <a:t>Awareness &amp; Education, Early Detection (RAG), Empathetic Support, Predict &amp; Prevent Risks, and Human Support</a:t>
            </a:r>
            <a:r>
              <a:rPr lang="en-IN" sz="2000" dirty="0"/>
              <a:t>, helping users improve mental well-being through timely guidance and preventive care.</a:t>
            </a:r>
          </a:p>
          <a:p>
            <a:pPr fontAlgn="base"/>
            <a:endParaRPr lang="en-US" sz="2000" dirty="0"/>
          </a:p>
          <a:p>
            <a:endParaRPr lang="en-IN" sz="2000" dirty="0"/>
          </a:p>
        </p:txBody>
      </p:sp>
    </p:spTree>
    <p:extLst>
      <p:ext uri="{BB962C8B-B14F-4D97-AF65-F5344CB8AC3E}">
        <p14:creationId xmlns:p14="http://schemas.microsoft.com/office/powerpoint/2010/main" val="3696835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324535"/>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IBM Bob platform </a:t>
            </a:r>
            <a:r>
              <a:rPr lang="en-US" sz="2000" dirty="0"/>
              <a:t>-For designing and orchestrating multi-agent workflows visually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a:t>
            </a:r>
            <a:r>
              <a:rPr lang="en-US" sz="2000" b="1" dirty="0" err="1"/>
              <a:t>Grainte</a:t>
            </a:r>
            <a:r>
              <a:rPr lang="en-US" sz="2000" b="1" dirty="0"/>
              <a:t> model </a:t>
            </a:r>
            <a:r>
              <a:rPr lang="en-US" sz="2000" dirty="0"/>
              <a:t>-  for </a:t>
            </a:r>
            <a:r>
              <a:rPr lang="en-US" sz="2000" dirty="0" err="1"/>
              <a:t>eg</a:t>
            </a:r>
            <a:r>
              <a:rPr lang="en-US" sz="2000" dirty="0"/>
              <a:t> – ibm-granite-3-2-8b – For natural language understanding, reasoning, and personalization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Cloud </a:t>
            </a:r>
            <a:r>
              <a:rPr lang="en-US" sz="2000" dirty="0"/>
              <a:t>– It provides the infrastructure to build, deploy, and scale the Nutrition Agent efficiently. IBM Cloud enables a </a:t>
            </a:r>
            <a:r>
              <a:rPr lang="en-US" sz="2000" b="1" dirty="0"/>
              <a:t>reliable, secure, and scalable environment</a:t>
            </a:r>
            <a:r>
              <a:rPr lang="en-US" sz="2000" dirty="0"/>
              <a:t> for deploying the Nutrition Agent.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RAG– </a:t>
            </a:r>
            <a:r>
              <a:rPr lang="en-US" sz="2000" dirty="0"/>
              <a:t>RAG to </a:t>
            </a:r>
            <a:r>
              <a:rPr lang="en-US" sz="2000" b="1" dirty="0"/>
              <a:t>fetch real data first, then generate intelligent answers</a:t>
            </a:r>
            <a:r>
              <a:rPr lang="en-US" sz="2000" dirty="0"/>
              <a:t>, making the Nutrition Agent more trustworthy and effective.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Watsonx.ai - </a:t>
            </a:r>
            <a:r>
              <a:rPr lang="en-US" sz="2000" dirty="0"/>
              <a:t>For model deployment, embeddings, and AI governance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IN" sz="2000" b="1" dirty="0"/>
              <a:t>Vector Database </a:t>
            </a:r>
            <a:r>
              <a:rPr lang="en-IN" sz="2000" dirty="0"/>
              <a:t>(FAISS/Chroma) – For RAG-based nutritional data retrieval</a:t>
            </a:r>
            <a:endParaRPr lang="en-US" sz="2000" dirty="0"/>
          </a:p>
          <a:p>
            <a:endParaRPr lang="en-IN" sz="2000" dirty="0"/>
          </a:p>
        </p:txBody>
      </p:sp>
    </p:spTree>
    <p:extLst>
      <p:ext uri="{BB962C8B-B14F-4D97-AF65-F5344CB8AC3E}">
        <p14:creationId xmlns:p14="http://schemas.microsoft.com/office/powerpoint/2010/main" val="443603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Required Files created using IBM bob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43677"/>
            <a:ext cx="8823960" cy="2585323"/>
          </a:xfrm>
          <a:prstGeom prst="rect">
            <a:avLst/>
          </a:prstGeom>
          <a:noFill/>
        </p:spPr>
        <p:txBody>
          <a:bodyPr wrap="square" rtlCol="0">
            <a:spAutoFit/>
          </a:bodyPr>
          <a:lstStyle/>
          <a:p>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83041" y="1378725"/>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a:solidFill>
                  <a:srgbClr val="051D3A"/>
                </a:solidFill>
                <a:latin typeface="Times New Roman"/>
                <a:ea typeface="Times New Roman"/>
                <a:cs typeface="Times New Roman"/>
                <a:sym typeface="Times New Roman"/>
              </a:rPr>
              <a:t> IBM Bob Screenshots :</a:t>
            </a:r>
            <a:endParaRPr sz="2800" b="1" dirty="0">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 for IBM bob :</a:t>
            </a:r>
            <a:endParaRPr lang="en-US" sz="2800" dirty="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IN" sz="2000" b="1" dirty="0"/>
              <a:t>Role of Agentic AI in Mental Health Awareness &amp; Suicide Prevention Agent</a:t>
            </a:r>
          </a:p>
          <a:p>
            <a:r>
              <a:rPr lang="en-IN" sz="2000" dirty="0"/>
              <a:t>Agentic AI enables the Mental Health Awareness &amp; Suicide Prevention Agent to function as an intelligent, empathetic support system rather than a simple chatbot. Using </a:t>
            </a:r>
            <a:r>
              <a:rPr lang="en-IN" sz="2000" b="1" dirty="0"/>
              <a:t>IBM </a:t>
            </a:r>
            <a:r>
              <a:rPr lang="en-IN" sz="2000" b="1" dirty="0" err="1"/>
              <a:t>Langflow</a:t>
            </a:r>
            <a:r>
              <a:rPr lang="en-IN" sz="2000" b="1" dirty="0"/>
              <a:t>/IBM Orchestrate</a:t>
            </a:r>
            <a:r>
              <a:rPr lang="en-IN" sz="2000" dirty="0"/>
              <a:t> and </a:t>
            </a:r>
            <a:r>
              <a:rPr lang="en-IN" sz="2000" b="1" dirty="0"/>
              <a:t>IBM Models</a:t>
            </a:r>
            <a:r>
              <a:rPr lang="en-IN" sz="2000" dirty="0"/>
              <a:t>, it coordinates multiple specialized agents to provide personalized mental health assistance.</a:t>
            </a:r>
          </a:p>
          <a:p>
            <a:r>
              <a:rPr lang="en-IN" sz="2000" dirty="0"/>
              <a:t>Each agent performs a specific role—such as promoting awareness, detecting early signs of distress using </a:t>
            </a:r>
            <a:r>
              <a:rPr lang="en-IN" sz="2000" b="1" dirty="0"/>
              <a:t>RAG</a:t>
            </a:r>
            <a:r>
              <a:rPr lang="en-IN" sz="2000" dirty="0"/>
              <a:t>, providing empathetic support, predicting potential risks, and connecting users to human support—while working collaboratively. This multi-agent approach ensures efficient task execution and timely responses.</a:t>
            </a:r>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BB7C667-C3D6-2C2F-8F48-C0296FF0B9FF}"/>
              </a:ext>
            </a:extLst>
          </p:cNvPr>
          <p:cNvSpPr>
            <a:spLocks noGrp="1"/>
          </p:cNvSpPr>
          <p:nvPr>
            <p:ph type="body" idx="1"/>
          </p:nvPr>
        </p:nvSpPr>
        <p:spPr>
          <a:xfrm>
            <a:off x="736600" y="514985"/>
            <a:ext cx="10515600" cy="4351338"/>
          </a:xfrm>
        </p:spPr>
        <p:txBody>
          <a:bodyPr>
            <a:normAutofit/>
          </a:bodyPr>
          <a:lstStyle/>
          <a:p>
            <a:endParaRPr lang="en-IN" sz="2000" dirty="0">
              <a:latin typeface="+mn-lt"/>
            </a:endParaRPr>
          </a:p>
          <a:p>
            <a:pPr marL="114300" indent="0">
              <a:buNone/>
            </a:pPr>
            <a:r>
              <a:rPr lang="en-IN" sz="2000" dirty="0">
                <a:latin typeface="+mn-lt"/>
              </a:rPr>
              <a:t>Agentic AI also brings context awareness by understanding user conversations, mood patterns, and journaling inputs to provide personalized guidance. It supports real-time adaptation, continuously updating recommendations based on user interactions.</a:t>
            </a:r>
          </a:p>
          <a:p>
            <a:pPr marL="114300" indent="0">
              <a:buNone/>
            </a:pPr>
            <a:r>
              <a:rPr lang="en-IN" sz="2000" dirty="0">
                <a:latin typeface="+mn-lt"/>
              </a:rPr>
              <a:t>Additionally, agents communicate with each other, enabling better decision-making and timely intervention when high-risk signals are detected.</a:t>
            </a:r>
          </a:p>
          <a:p>
            <a:pPr marL="114300" indent="0">
              <a:buNone/>
            </a:pPr>
            <a:r>
              <a:rPr lang="en-IN" sz="2000" dirty="0">
                <a:latin typeface="+mn-lt"/>
              </a:rPr>
              <a:t>Overall, Agentic AI makes the system proactive, empathetic, and goal-driven, acting like a trusted mental wellness companion that promotes awareness, supports early intervention, and encourages healthier well-being.</a:t>
            </a:r>
          </a:p>
          <a:p>
            <a:endParaRPr lang="en-IN" sz="2000" dirty="0">
              <a:latin typeface="+mn-lt"/>
            </a:endParaRPr>
          </a:p>
        </p:txBody>
      </p:sp>
    </p:spTree>
    <p:extLst>
      <p:ext uri="{BB962C8B-B14F-4D97-AF65-F5344CB8AC3E}">
        <p14:creationId xmlns:p14="http://schemas.microsoft.com/office/powerpoint/2010/main" val="2939666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 Usage </a:t>
            </a:r>
            <a:endParaRPr sz="28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49237330-B08B-2CE4-E804-9AF6CF7C1B7A}"/>
              </a:ext>
            </a:extLst>
          </p:cNvPr>
          <p:cNvPicPr>
            <a:picLocks noChangeAspect="1"/>
          </p:cNvPicPr>
          <p:nvPr/>
        </p:nvPicPr>
        <p:blipFill>
          <a:blip r:embed="rId3"/>
          <a:stretch>
            <a:fillRect/>
          </a:stretch>
        </p:blipFill>
        <p:spPr>
          <a:xfrm>
            <a:off x="474776" y="816977"/>
            <a:ext cx="11308080" cy="582086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2BC53853-B5AD-31DD-9FE9-2D97CAC505D9}"/>
              </a:ext>
            </a:extLst>
          </p:cNvPr>
          <p:cNvPicPr>
            <a:picLocks noChangeAspect="1"/>
          </p:cNvPicPr>
          <p:nvPr/>
        </p:nvPicPr>
        <p:blipFill>
          <a:blip r:embed="rId3"/>
          <a:stretch>
            <a:fillRect/>
          </a:stretch>
        </p:blipFill>
        <p:spPr>
          <a:xfrm>
            <a:off x="553720" y="816977"/>
            <a:ext cx="11084560" cy="571465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2674E0F9-583B-BDB0-1542-5B46A862F58C}"/>
              </a:ext>
            </a:extLst>
          </p:cNvPr>
          <p:cNvPicPr>
            <a:picLocks noChangeAspect="1"/>
          </p:cNvPicPr>
          <p:nvPr/>
        </p:nvPicPr>
        <p:blipFill>
          <a:blip r:embed="rId3"/>
          <a:stretch>
            <a:fillRect/>
          </a:stretch>
        </p:blipFill>
        <p:spPr>
          <a:xfrm>
            <a:off x="609362" y="970709"/>
            <a:ext cx="10973276" cy="5622289"/>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632311"/>
          </a:xfrm>
          <a:prstGeom prst="rect">
            <a:avLst/>
          </a:prstGeom>
          <a:noFill/>
        </p:spPr>
        <p:txBody>
          <a:bodyPr wrap="square" rtlCol="0">
            <a:spAutoFit/>
          </a:bodyPr>
          <a:lstStyle/>
          <a:p>
            <a:r>
              <a:rPr lang="en-IN" sz="2000" dirty="0"/>
              <a:t>What sets this solution apart from traditional mental health apps and simple conversational bots is its shift from </a:t>
            </a:r>
            <a:r>
              <a:rPr lang="en-IN" sz="2000" b="1" dirty="0"/>
              <a:t>reactive, single-prompt assistance</a:t>
            </a:r>
            <a:r>
              <a:rPr lang="en-IN" sz="2000" dirty="0"/>
              <a:t> to a </a:t>
            </a:r>
            <a:r>
              <a:rPr lang="en-IN" sz="2000" b="1" dirty="0"/>
              <a:t>proactive, clinically-grounded multi-agent ecosystem</a:t>
            </a:r>
            <a:r>
              <a:rPr lang="en-IN" sz="2000" dirty="0"/>
              <a:t>.</a:t>
            </a:r>
          </a:p>
          <a:p>
            <a:endParaRPr lang="en-IN" sz="2000" dirty="0"/>
          </a:p>
          <a:p>
            <a:r>
              <a:rPr lang="en-IN" sz="2000" b="1" dirty="0"/>
              <a:t>1. Agentic Collaborative Architecture (Beyond Single-Prompt Bots)</a:t>
            </a:r>
          </a:p>
          <a:p>
            <a:r>
              <a:rPr lang="en-IN" sz="2000" dirty="0"/>
              <a:t>Unlike standard chatbots that rely on a single system prompt, this solution operates as a </a:t>
            </a:r>
            <a:r>
              <a:rPr lang="en-IN" sz="2000" b="1" dirty="0"/>
              <a:t>coordinated network of specialized sub-agents</a:t>
            </a:r>
            <a:r>
              <a:rPr lang="en-IN" sz="2000" dirty="0"/>
              <a:t> orchestrated via </a:t>
            </a:r>
            <a:r>
              <a:rPr lang="en-IN" sz="2000" b="1" dirty="0"/>
              <a:t>IBM </a:t>
            </a:r>
            <a:r>
              <a:rPr lang="en-IN" sz="2000" b="1" dirty="0" err="1"/>
              <a:t>watsonx</a:t>
            </a:r>
            <a:r>
              <a:rPr lang="en-IN" sz="2000" b="1" dirty="0"/>
              <a:t> Orchestrate</a:t>
            </a:r>
            <a:r>
              <a:rPr lang="en-IN" sz="2000" dirty="0"/>
              <a:t>:</a:t>
            </a:r>
          </a:p>
          <a:p>
            <a:pPr lvl="0"/>
            <a:r>
              <a:rPr lang="en-IN" sz="2000" b="1" dirty="0"/>
              <a:t>Sentiment &amp; Risk Agent:</a:t>
            </a:r>
            <a:r>
              <a:rPr lang="en-IN" sz="2000" dirty="0"/>
              <a:t> Operates continuously in the background to monitor distress intensity, vocal/text cadence, and risk factors without disrupting conversation flow.</a:t>
            </a:r>
          </a:p>
          <a:p>
            <a:pPr lvl="0"/>
            <a:r>
              <a:rPr lang="en-IN" sz="2000" b="1" dirty="0"/>
              <a:t>Psychoeducation Agent:</a:t>
            </a:r>
            <a:r>
              <a:rPr lang="en-IN" sz="2000" dirty="0"/>
              <a:t> Dynamically retrieves evidence-based coping mechanisms (CBT, DBT, mindfulness) tailored to the user’s immediate state.</a:t>
            </a:r>
          </a:p>
          <a:p>
            <a:pPr lvl="0"/>
            <a:r>
              <a:rPr lang="en-IN" sz="2000" b="1" dirty="0"/>
              <a:t>Emergency &amp; Crisis Triage Agent:</a:t>
            </a:r>
            <a:r>
              <a:rPr lang="en-IN" sz="2000" dirty="0"/>
              <a:t> Intercepts high-risk scenarios instantly, bypassing standard conversational loops to trigger safety protocols.</a:t>
            </a:r>
          </a:p>
          <a:p>
            <a:r>
              <a:rPr lang="en-IN" sz="2000" b="1" dirty="0"/>
              <a:t>2. Dynamic RAG with Safety-First Hallucination Suppression</a:t>
            </a:r>
          </a:p>
          <a:p>
            <a:r>
              <a:rPr lang="en-IN" sz="2000" dirty="0"/>
              <a:t>Traditional LLMs risk generating unverified advice or generic responses during crisis moments.</a:t>
            </a:r>
          </a:p>
          <a:p>
            <a:pPr lvl="0"/>
            <a:r>
              <a:rPr lang="en-IN" sz="2000" b="1" dirty="0"/>
              <a:t>Clinically Grounded Retrieval:</a:t>
            </a:r>
            <a:r>
              <a:rPr lang="en-IN" sz="2000" dirty="0"/>
              <a:t> Uses </a:t>
            </a:r>
            <a:r>
              <a:rPr lang="en-IN" sz="2000" b="1" dirty="0"/>
              <a:t>IBM </a:t>
            </a:r>
            <a:r>
              <a:rPr lang="en-IN" sz="2000" b="1" dirty="0" err="1"/>
              <a:t>Langflow</a:t>
            </a:r>
            <a:r>
              <a:rPr lang="en-IN" sz="2000" dirty="0"/>
              <a:t> visual RAG pipelines connected to validated clinical frameworks (PHQ-9, GAD-7, Columbia-Suicide Severity Rating Scale) to ground every response in medically approved guidelines.</a:t>
            </a:r>
          </a:p>
        </p:txBody>
      </p:sp>
    </p:spTree>
    <p:extLst>
      <p:ext uri="{BB962C8B-B14F-4D97-AF65-F5344CB8AC3E}">
        <p14:creationId xmlns:p14="http://schemas.microsoft.com/office/powerpoint/2010/main" val="2325282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C85A2C-81C6-6F24-0C8D-7BC3C9EFC4C3}"/>
              </a:ext>
            </a:extLst>
          </p:cNvPr>
          <p:cNvSpPr>
            <a:spLocks noGrp="1"/>
          </p:cNvSpPr>
          <p:nvPr>
            <p:ph type="body" idx="1"/>
          </p:nvPr>
        </p:nvSpPr>
        <p:spPr>
          <a:xfrm>
            <a:off x="838200" y="321944"/>
            <a:ext cx="10515600" cy="6393815"/>
          </a:xfrm>
        </p:spPr>
        <p:txBody>
          <a:bodyPr>
            <a:normAutofit fontScale="55000" lnSpcReduction="20000"/>
          </a:bodyPr>
          <a:lstStyle/>
          <a:p>
            <a:pPr marL="114300" indent="0">
              <a:buNone/>
            </a:pPr>
            <a:r>
              <a:rPr lang="en-IN" sz="3600" b="1" dirty="0">
                <a:latin typeface="+mn-lt"/>
              </a:rPr>
              <a:t>Deterministic Guardrails:</a:t>
            </a:r>
            <a:r>
              <a:rPr lang="en-IN" sz="3600" dirty="0">
                <a:latin typeface="+mn-lt"/>
              </a:rPr>
              <a:t> IBM Granite models enforce hard guardrails—if a suicide risk or severe self-harm signal is detected, generative output is constrained to pre-approved, empathetic crisis intervention pathways and human handoffs.</a:t>
            </a:r>
          </a:p>
          <a:p>
            <a:pPr marL="114300" indent="0">
              <a:buNone/>
            </a:pPr>
            <a:r>
              <a:rPr lang="en-IN" sz="3600" b="1" dirty="0">
                <a:latin typeface="+mn-lt"/>
              </a:rPr>
              <a:t>3. Longitudinal Predictive Prevention vs. Reactive Crisis Management</a:t>
            </a:r>
          </a:p>
          <a:p>
            <a:pPr marL="114300" indent="0">
              <a:buNone/>
            </a:pPr>
            <a:r>
              <a:rPr lang="en-IN" sz="3600" dirty="0">
                <a:latin typeface="+mn-lt"/>
              </a:rPr>
              <a:t>Most mental health tools only react when a user explicitly asks for help or types a keyword.</a:t>
            </a:r>
          </a:p>
          <a:p>
            <a:pPr marL="114300" lvl="0" indent="0">
              <a:buNone/>
            </a:pPr>
            <a:r>
              <a:rPr lang="en-IN" sz="3600" b="1" dirty="0">
                <a:latin typeface="+mn-lt"/>
              </a:rPr>
              <a:t>Pattern &amp; Trend Forecasting:</a:t>
            </a:r>
            <a:r>
              <a:rPr lang="en-IN" sz="3600" dirty="0">
                <a:latin typeface="+mn-lt"/>
              </a:rPr>
              <a:t> </a:t>
            </a:r>
            <a:r>
              <a:rPr lang="en-IN" sz="3600" dirty="0" err="1">
                <a:latin typeface="+mn-lt"/>
              </a:rPr>
              <a:t>Analyzes</a:t>
            </a:r>
            <a:r>
              <a:rPr lang="en-IN" sz="3600" dirty="0">
                <a:latin typeface="+mn-lt"/>
              </a:rPr>
              <a:t> multi-modal logs (journaling entries, voice tone shifts, check-in frequency) over time to identify subtle downward trends or stress build-ups </a:t>
            </a:r>
            <a:r>
              <a:rPr lang="en-IN" sz="3600" i="1" dirty="0">
                <a:latin typeface="+mn-lt"/>
              </a:rPr>
              <a:t>before</a:t>
            </a:r>
            <a:r>
              <a:rPr lang="en-IN" sz="3600" dirty="0">
                <a:latin typeface="+mn-lt"/>
              </a:rPr>
              <a:t> they reach a critical threshold.</a:t>
            </a:r>
          </a:p>
          <a:p>
            <a:pPr marL="114300" lvl="0" indent="0">
              <a:buNone/>
            </a:pPr>
            <a:r>
              <a:rPr lang="en-IN" sz="3600" b="1" dirty="0">
                <a:latin typeface="+mn-lt"/>
              </a:rPr>
              <a:t>Proactive Micro-Interventions:</a:t>
            </a:r>
            <a:r>
              <a:rPr lang="en-IN" sz="3600" dirty="0">
                <a:latin typeface="+mn-lt"/>
              </a:rPr>
              <a:t> Gently prompts users with personalized preventive strategies when elevated stress patterns are predicted, preventing acute escalation.</a:t>
            </a:r>
          </a:p>
          <a:p>
            <a:pPr marL="114300" indent="0">
              <a:buNone/>
            </a:pPr>
            <a:r>
              <a:rPr lang="en-IN" sz="3600" b="1" dirty="0">
                <a:latin typeface="+mn-lt"/>
              </a:rPr>
              <a:t>4. Multi-Modal Accessibility with Low Friction</a:t>
            </a:r>
          </a:p>
          <a:p>
            <a:pPr marL="114300" indent="0">
              <a:buNone/>
            </a:pPr>
            <a:r>
              <a:rPr lang="en-IN" sz="3600" dirty="0">
                <a:latin typeface="+mn-lt"/>
              </a:rPr>
              <a:t>Recognizing that individuals experiencing severe distress or depression often struggle with structured typing:</a:t>
            </a:r>
          </a:p>
          <a:p>
            <a:pPr marL="114300" lvl="0" indent="0">
              <a:buNone/>
            </a:pPr>
            <a:r>
              <a:rPr lang="en-IN" sz="3600" dirty="0">
                <a:latin typeface="+mn-lt"/>
              </a:rPr>
              <a:t>Accepts </a:t>
            </a:r>
            <a:r>
              <a:rPr lang="en-IN" sz="3600" b="1" dirty="0">
                <a:latin typeface="+mn-lt"/>
              </a:rPr>
              <a:t>text, voice-tone, and free-form daily journaling</a:t>
            </a:r>
            <a:r>
              <a:rPr lang="en-IN" sz="3600" dirty="0">
                <a:latin typeface="+mn-lt"/>
              </a:rPr>
              <a:t>.</a:t>
            </a:r>
          </a:p>
          <a:p>
            <a:pPr marL="114300" lvl="0" indent="0">
              <a:buNone/>
            </a:pPr>
            <a:r>
              <a:rPr lang="en-IN" sz="3600" dirty="0">
                <a:latin typeface="+mn-lt"/>
              </a:rPr>
              <a:t>Adapts communication style based on user preference, energy level, and cognitive load.</a:t>
            </a:r>
          </a:p>
          <a:p>
            <a:pPr marL="114300" indent="0">
              <a:buNone/>
            </a:pPr>
            <a:r>
              <a:rPr lang="en-IN" sz="3600" b="1" dirty="0">
                <a:latin typeface="+mn-lt"/>
              </a:rPr>
              <a:t>5. Enterprise-Grade Privacy &amp; Ethical Human-in-the-Loop (HITL)</a:t>
            </a:r>
          </a:p>
          <a:p>
            <a:pPr marL="114300" lvl="0" indent="0">
              <a:buNone/>
            </a:pPr>
            <a:r>
              <a:rPr lang="en-IN" sz="3600" b="1" dirty="0">
                <a:latin typeface="+mn-lt"/>
              </a:rPr>
              <a:t>Zero-Retention Enterprise Security:</a:t>
            </a:r>
            <a:r>
              <a:rPr lang="en-IN" sz="3600" dirty="0">
                <a:latin typeface="+mn-lt"/>
              </a:rPr>
              <a:t> Built on </a:t>
            </a:r>
            <a:r>
              <a:rPr lang="en-IN" sz="3600" b="1" dirty="0">
                <a:latin typeface="+mn-lt"/>
              </a:rPr>
              <a:t>IBM watsonx.ai</a:t>
            </a:r>
            <a:r>
              <a:rPr lang="en-IN" sz="3600" dirty="0">
                <a:latin typeface="+mn-lt"/>
              </a:rPr>
              <a:t> to ensure strict data privacy, HIPAA/GDPR alignment, and complete user anonymity for sensitive conversational data.</a:t>
            </a:r>
          </a:p>
          <a:p>
            <a:pPr marL="114300" lvl="0" indent="0">
              <a:buNone/>
            </a:pPr>
            <a:r>
              <a:rPr lang="en-IN" sz="3600" b="1" dirty="0">
                <a:latin typeface="+mn-lt"/>
              </a:rPr>
              <a:t>Seamless Crisis Handoff:</a:t>
            </a:r>
            <a:r>
              <a:rPr lang="en-IN" sz="3600" dirty="0">
                <a:latin typeface="+mn-lt"/>
              </a:rPr>
              <a:t> Integrates webhooks directly with local emergency crisis lines, </a:t>
            </a:r>
            <a:r>
              <a:rPr lang="en-IN" sz="3600" dirty="0" err="1">
                <a:latin typeface="+mn-lt"/>
              </a:rPr>
              <a:t>counseling</a:t>
            </a:r>
            <a:r>
              <a:rPr lang="en-IN" sz="3600" dirty="0">
                <a:latin typeface="+mn-lt"/>
              </a:rPr>
              <a:t> networks, and trusted contacts (with prior consent), bridging the gap between digital support and real-world human care.</a:t>
            </a:r>
          </a:p>
          <a:p>
            <a:endParaRPr lang="en-IN" dirty="0">
              <a:latin typeface="+mn-lt"/>
            </a:endParaRPr>
          </a:p>
        </p:txBody>
      </p:sp>
    </p:spTree>
    <p:extLst>
      <p:ext uri="{BB962C8B-B14F-4D97-AF65-F5344CB8AC3E}">
        <p14:creationId xmlns:p14="http://schemas.microsoft.com/office/powerpoint/2010/main" val="3454587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Please create public </a:t>
            </a:r>
            <a:r>
              <a:rPr lang="en-US" sz="2000" b="0" i="0" u="none" strike="noStrike" cap="none" dirty="0" err="1">
                <a:solidFill>
                  <a:srgbClr val="2B3541"/>
                </a:solidFill>
                <a:latin typeface="Times New Roman"/>
                <a:ea typeface="Times New Roman"/>
                <a:cs typeface="Times New Roman"/>
                <a:sym typeface="Times New Roman"/>
              </a:rPr>
              <a:t>github</a:t>
            </a:r>
            <a:r>
              <a:rPr lang="en-US" sz="200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Please test and Paste the working  </a:t>
            </a:r>
            <a:r>
              <a:rPr lang="en-US" sz="2000" dirty="0" err="1">
                <a:solidFill>
                  <a:srgbClr val="2B3541"/>
                </a:solidFill>
                <a:latin typeface="Times New Roman"/>
                <a:ea typeface="Times New Roman"/>
                <a:cs typeface="Times New Roman"/>
                <a:sym typeface="Times New Roman"/>
              </a:rPr>
              <a:t>Github</a:t>
            </a:r>
            <a:r>
              <a:rPr lang="en-US" sz="200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Make sure you have Uploaded following three files into your </a:t>
            </a:r>
            <a:r>
              <a:rPr lang="en-US" sz="2000" b="1" dirty="0" err="1">
                <a:solidFill>
                  <a:srgbClr val="2B3541"/>
                </a:solidFill>
                <a:latin typeface="Times New Roman"/>
                <a:ea typeface="Times New Roman"/>
                <a:cs typeface="Times New Roman"/>
                <a:sym typeface="Times New Roman"/>
              </a:rPr>
              <a:t>github</a:t>
            </a:r>
            <a:r>
              <a:rPr lang="en-US" sz="2000" b="1" dirty="0">
                <a:solidFill>
                  <a:srgbClr val="2B3541"/>
                </a:solidFill>
                <a:latin typeface="Times New Roman"/>
                <a:ea typeface="Times New Roman"/>
                <a:cs typeface="Times New Roman"/>
                <a:sym typeface="Times New Roman"/>
              </a:rPr>
              <a:t> repository  </a:t>
            </a:r>
            <a:br>
              <a:rPr lang="en-US" sz="2000" dirty="0">
                <a:solidFill>
                  <a:srgbClr val="2B3541"/>
                </a:solidFill>
                <a:latin typeface="Times New Roman"/>
                <a:ea typeface="Times New Roman"/>
                <a:cs typeface="Times New Roman"/>
                <a:sym typeface="Times New Roman"/>
              </a:rPr>
            </a:br>
            <a:r>
              <a:rPr lang="en-US" sz="200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127284" y="1019111"/>
            <a:ext cx="9214580" cy="5838889"/>
          </a:xfrm>
          <a:prstGeom prst="rect">
            <a:avLst/>
          </a:prstGeom>
          <a:noFill/>
          <a:ln>
            <a:noFill/>
          </a:ln>
        </p:spPr>
        <p:txBody>
          <a:bodyPr spcFirstLastPara="1" wrap="square" lIns="0" tIns="0" rIns="0" bIns="0" anchor="t" anchorCtr="0">
            <a:noAutofit/>
          </a:bodyPr>
          <a:lstStyle/>
          <a:p>
            <a:r>
              <a:rPr lang="en-IN" sz="2000" b="1" dirty="0"/>
              <a:t>1. Integration with Wearables &amp; Health Devices</a:t>
            </a:r>
          </a:p>
          <a:p>
            <a:r>
              <a:rPr lang="en-IN" sz="2000" dirty="0"/>
              <a:t>The platform will connect with smartwatches, fitness trackers, and health monitors to </a:t>
            </a:r>
            <a:r>
              <a:rPr lang="en-IN" sz="2000" dirty="0" err="1"/>
              <a:t>analyze</a:t>
            </a:r>
            <a:r>
              <a:rPr lang="en-IN" sz="2000" dirty="0"/>
              <a:t> biometric markers (e.g., heart rate variability, sleep quality, skin conductance, physical activity).</a:t>
            </a:r>
          </a:p>
          <a:p>
            <a:pPr lvl="0"/>
            <a:r>
              <a:rPr lang="en-IN" sz="2000" b="1" dirty="0"/>
              <a:t>Physiological Stress Tracking:</a:t>
            </a:r>
            <a:r>
              <a:rPr lang="en-IN" sz="2000" dirty="0"/>
              <a:t> Correlates real-time biometric anomalies with user journaling to detect physiological stress spikes before emotional burnout occurs.</a:t>
            </a:r>
          </a:p>
          <a:p>
            <a:pPr lvl="0"/>
            <a:r>
              <a:rPr lang="en-IN" sz="2000" b="1" dirty="0"/>
              <a:t>Proactive Micro-Interventions:</a:t>
            </a:r>
            <a:r>
              <a:rPr lang="en-IN" sz="2000" dirty="0"/>
              <a:t> Automatically prompts users with grounded breathing exercises or calming micro-content when elevated resting heart rates or disturbed sleep trends indicate heightening anxiety.</a:t>
            </a:r>
          </a:p>
          <a:p>
            <a:r>
              <a:rPr lang="en-IN" sz="2000" b="1" dirty="0"/>
              <a:t>2. AI-Powered Voice Assistant &amp; Multilingual Support</a:t>
            </a:r>
          </a:p>
          <a:p>
            <a:r>
              <a:rPr lang="en-IN" sz="2000" dirty="0"/>
              <a:t>To dismantle barriers in crisis management, the agent will offer voice-first interaction and multilingual capabilities via </a:t>
            </a:r>
            <a:r>
              <a:rPr lang="en-IN" sz="2000" b="1" dirty="0"/>
              <a:t>IBM Granite Speech &amp; Multilingual models</a:t>
            </a:r>
            <a:r>
              <a:rPr lang="en-IN" sz="2000" dirty="0"/>
              <a:t> and </a:t>
            </a:r>
            <a:r>
              <a:rPr lang="en-IN" sz="2000" b="1" dirty="0"/>
              <a:t>IBM </a:t>
            </a:r>
            <a:r>
              <a:rPr lang="en-IN" sz="2000" b="1" dirty="0" err="1"/>
              <a:t>Langflow</a:t>
            </a:r>
            <a:r>
              <a:rPr lang="en-IN" sz="2000" dirty="0"/>
              <a:t>.</a:t>
            </a:r>
          </a:p>
          <a:p>
            <a:pPr lvl="0"/>
            <a:r>
              <a:rPr lang="en-IN" sz="2000" b="1" dirty="0"/>
              <a:t>Voice-First Interaction:</a:t>
            </a:r>
            <a:r>
              <a:rPr lang="en-IN" sz="2000" dirty="0"/>
              <a:t> Enables hands-free, natural conversational engagement for users experiencing cognitive fatigue, severe depression, or acute distress.</a:t>
            </a:r>
          </a:p>
          <a:p>
            <a:pPr lvl="0"/>
            <a:r>
              <a:rPr lang="en-IN" sz="2000" b="1" dirty="0"/>
              <a:t>Linguistic Inclusivity:</a:t>
            </a:r>
            <a:r>
              <a:rPr lang="en-IN" sz="2000" dirty="0"/>
              <a:t> Supports multi-dialect translation and culturally nuanced empathetic responses, ensuring crucial crisis resources and support are accessible across diverse populations and regions.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 :</a:t>
            </a:r>
          </a:p>
          <a:p>
            <a:pPr algn="ctr"/>
            <a:endParaRPr lang="en-US" dirty="0"/>
          </a:p>
        </p:txBody>
      </p:sp>
      <p:pic>
        <p:nvPicPr>
          <p:cNvPr id="8" name="Picture 7">
            <a:extLst>
              <a:ext uri="{FF2B5EF4-FFF2-40B4-BE49-F238E27FC236}">
                <a16:creationId xmlns:a16="http://schemas.microsoft.com/office/drawing/2014/main" id="{D50E1F4E-8C14-35FF-1A96-ED781B598966}"/>
              </a:ext>
            </a:extLst>
          </p:cNvPr>
          <p:cNvPicPr>
            <a:picLocks noChangeAspect="1"/>
          </p:cNvPicPr>
          <p:nvPr/>
        </p:nvPicPr>
        <p:blipFill>
          <a:blip r:embed="rId2"/>
          <a:stretch>
            <a:fillRect/>
          </a:stretch>
        </p:blipFill>
        <p:spPr>
          <a:xfrm>
            <a:off x="2055803" y="1012953"/>
            <a:ext cx="7552074" cy="5845047"/>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mj-lt"/>
              </a:rPr>
              <a:t>Certificates Earned :</a:t>
            </a:r>
            <a:r>
              <a:rPr sz="2800" b="0" i="0" dirty="0">
                <a:solidFill>
                  <a:srgbClr val="000000"/>
                </a:solidFill>
                <a:latin typeface="+mj-lt"/>
                <a:ea typeface="Arial"/>
                <a:cs typeface="Arial"/>
              </a:rPr>
              <a:t>​</a:t>
            </a:r>
            <a:endParaRPr lang="en-US" sz="2800" dirty="0">
              <a:latin typeface="+mj-lt"/>
            </a:endParaRPr>
          </a:p>
          <a:p>
            <a:pPr algn="ctr"/>
            <a:endParaRPr lang="en-US" dirty="0"/>
          </a:p>
        </p:txBody>
      </p:sp>
      <p:pic>
        <p:nvPicPr>
          <p:cNvPr id="3" name="Picture 2">
            <a:extLst>
              <a:ext uri="{FF2B5EF4-FFF2-40B4-BE49-F238E27FC236}">
                <a16:creationId xmlns:a16="http://schemas.microsoft.com/office/drawing/2014/main" id="{8F3BAE28-92FE-5DAD-CA2E-2513778C704E}"/>
              </a:ext>
            </a:extLst>
          </p:cNvPr>
          <p:cNvPicPr>
            <a:picLocks noChangeAspect="1"/>
          </p:cNvPicPr>
          <p:nvPr/>
        </p:nvPicPr>
        <p:blipFill>
          <a:blip r:embed="rId2"/>
          <a:stretch>
            <a:fillRect/>
          </a:stretch>
        </p:blipFill>
        <p:spPr>
          <a:xfrm>
            <a:off x="2228515" y="704614"/>
            <a:ext cx="7734970" cy="5448772"/>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522</TotalTime>
  <Words>1834</Words>
  <Application>Microsoft Office PowerPoint</Application>
  <PresentationFormat>Widescreen</PresentationFormat>
  <Paragraphs>147</Paragraphs>
  <Slides>23</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shivamsirsath582@outlook.com</cp:lastModifiedBy>
  <cp:revision>4</cp:revision>
  <cp:lastPrinted>2026-08-04T19:19:33Z</cp:lastPrinted>
  <dcterms:created xsi:type="dcterms:W3CDTF">2025-07-08T05:06:56Z</dcterms:created>
  <dcterms:modified xsi:type="dcterms:W3CDTF">2026-08-04T21:16:30Z</dcterms:modified>
</cp:coreProperties>
</file>